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53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13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2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47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29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2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22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21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3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27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56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1580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96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89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769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70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378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  <p:sldLayoutId id="2147483980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6953257" cy="2550877"/>
          </a:xfrm>
        </p:spPr>
        <p:txBody>
          <a:bodyPr>
            <a:noAutofit/>
          </a:bodyPr>
          <a:lstStyle/>
          <a:p>
            <a:r>
              <a:rPr lang="en-GB" sz="4400" dirty="0"/>
              <a:t>Evolution of Software Architecture: From 1-Tier to N-Tier</a:t>
            </a:r>
            <a:br>
              <a:rPr lang="en-GB" sz="4400" dirty="0"/>
            </a:br>
            <a:endParaRPr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8187E0B-2DEC-DA02-7770-327F5358B43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66440" y="4746425"/>
            <a:ext cx="774153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Scalability, Security, and Maintainability in Modern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are "Tiers" in Software Architecture?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Definition:</a:t>
            </a:r>
            <a:r>
              <a:rPr lang="en-GB" dirty="0"/>
              <a:t> Tiers represent the </a:t>
            </a:r>
            <a:r>
              <a:rPr lang="en-GB" b="1" dirty="0"/>
              <a:t>physical separation</a:t>
            </a:r>
            <a:r>
              <a:rPr lang="en-GB" dirty="0"/>
              <a:t> of components in a system across different computing units or servers.</a:t>
            </a:r>
          </a:p>
          <a:p>
            <a:r>
              <a:rPr lang="en-GB" b="1" dirty="0"/>
              <a:t>Key Distinction:</a:t>
            </a:r>
            <a:r>
              <a:rPr lang="en-GB" dirty="0"/>
              <a:t> </a:t>
            </a:r>
          </a:p>
          <a:p>
            <a:r>
              <a:rPr lang="en-GB" b="1" dirty="0"/>
              <a:t>Layers:</a:t>
            </a:r>
            <a:r>
              <a:rPr lang="en-GB" dirty="0"/>
              <a:t> Logical grouping of code (e.g., UI, Business Logic).</a:t>
            </a:r>
          </a:p>
          <a:p>
            <a:pPr lvl="1"/>
            <a:r>
              <a:rPr lang="en-GB" b="1" dirty="0"/>
              <a:t>Tiers:</a:t>
            </a:r>
            <a:r>
              <a:rPr lang="en-GB" dirty="0"/>
              <a:t> Physical location where that code runs (e.g., Client Machine, Application Server, Database Server).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1-Tier Architecture (Standalone)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Concept:</a:t>
            </a:r>
            <a:r>
              <a:rPr lang="en-GB" dirty="0"/>
              <a:t> All components (UI, Logic, and Data) reside on a single machine.</a:t>
            </a:r>
          </a:p>
          <a:p>
            <a:r>
              <a:rPr lang="en-GB" b="1" dirty="0"/>
              <a:t>Examples:</a:t>
            </a:r>
            <a:r>
              <a:rPr lang="en-GB" dirty="0"/>
              <a:t> MS Word, simple desktop calculators, or early PC games.</a:t>
            </a:r>
          </a:p>
          <a:p>
            <a:r>
              <a:rPr lang="en-GB" b="1" dirty="0"/>
              <a:t>Pros:</a:t>
            </a:r>
            <a:r>
              <a:rPr lang="en-GB" dirty="0"/>
              <a:t> Simple to develop; no network latency.</a:t>
            </a:r>
          </a:p>
          <a:p>
            <a:r>
              <a:rPr lang="en-GB" b="1" dirty="0"/>
              <a:t>Cons:</a:t>
            </a:r>
            <a:r>
              <a:rPr lang="en-GB" dirty="0"/>
              <a:t> Hard to update; no data sharing; limited by a single machine's resources.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2-Tier Architecture (Client-Server)</a:t>
            </a:r>
            <a:br>
              <a:rPr lang="en-GB" b="1" dirty="0"/>
            </a:b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AE129F-3744-1CF4-1AEF-D4CA7251C5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5970" y="2538374"/>
            <a:ext cx="670792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Concept: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application is split into two parts.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Tier: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the UI and some logic.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Tier: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Holds the database and handles data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BD" altLang="en-BD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Case: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Older internal office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3-Tier Architecture (The Industry Standard)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AD6F0A-F1C0-18D2-497F-26BC2B0C2B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4383" y="2407843"/>
            <a:ext cx="722858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Presentation Tier (Client):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user interface (Mobile app, Web browser).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Tier (Logic):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"Brain" of the system where data is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processed and business rules are applied.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Tier (Storage):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Where the database or file system resides.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it's better: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you want to change your database from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to MongoDB, you only touch the Data Tier without breaking the UI.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Diagram: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N-Tier Architecture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B56C1C-2792-EBA5-AD12-F11C2B3366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4382" y="3238839"/>
            <a:ext cx="736521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Concept: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the Application Tier is broken down further into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services (like Microservices).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Components: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May include specialized tiers for caching (Redis),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messaging queues (Kafka), or authentication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Extreme scalability and fault tolerance.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 Table</a:t>
            </a:r>
            <a:endParaRPr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28D465E-1307-ACFE-CB91-A156FCF9A1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472078"/>
              </p:ext>
            </p:extLst>
          </p:nvPr>
        </p:nvGraphicFramePr>
        <p:xfrm>
          <a:off x="863600" y="2776220"/>
          <a:ext cx="7607740" cy="295656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901935">
                  <a:extLst>
                    <a:ext uri="{9D8B030D-6E8A-4147-A177-3AD203B41FA5}">
                      <a16:colId xmlns:a16="http://schemas.microsoft.com/office/drawing/2014/main" val="2378721100"/>
                    </a:ext>
                  </a:extLst>
                </a:gridCol>
                <a:gridCol w="1901935">
                  <a:extLst>
                    <a:ext uri="{9D8B030D-6E8A-4147-A177-3AD203B41FA5}">
                      <a16:colId xmlns:a16="http://schemas.microsoft.com/office/drawing/2014/main" val="2075146810"/>
                    </a:ext>
                  </a:extLst>
                </a:gridCol>
                <a:gridCol w="1901935">
                  <a:extLst>
                    <a:ext uri="{9D8B030D-6E8A-4147-A177-3AD203B41FA5}">
                      <a16:colId xmlns:a16="http://schemas.microsoft.com/office/drawing/2014/main" val="1623354368"/>
                    </a:ext>
                  </a:extLst>
                </a:gridCol>
                <a:gridCol w="1901935">
                  <a:extLst>
                    <a:ext uri="{9D8B030D-6E8A-4147-A177-3AD203B41FA5}">
                      <a16:colId xmlns:a16="http://schemas.microsoft.com/office/drawing/2014/main" val="21111239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Feature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1-Tier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2-Tier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3-Tier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626640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Complexity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Very Low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Low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Moderate/High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30365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Scalability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None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Limited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High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589740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Security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Low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Moderate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High (Data is hidden)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15125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Performance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Fast (Local)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Fast (Network dependent)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Slower (More hops)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6596471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Security and Scalability Benefits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Security:</a:t>
            </a:r>
            <a:r>
              <a:rPr lang="en-GB" dirty="0"/>
              <a:t> The user never has a direct connection to the database. The Application Tier acts as a firewall.</a:t>
            </a:r>
          </a:p>
          <a:p>
            <a:r>
              <a:rPr lang="en-GB" b="1" dirty="0"/>
              <a:t>Independent Scaling:</a:t>
            </a:r>
            <a:r>
              <a:rPr lang="en-GB" dirty="0"/>
              <a:t> If you have thousands of new users, you can scale the Presentation Tier (Web Servers) without needing to upgrade the Database server immediately.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A47FD83-4117-BCA5-E368-E74003C468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623" y="2548885"/>
            <a:ext cx="718081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</a:pP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development (especially Flutter/Firebase or Web apps)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mostly follows 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3-tier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N-tier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patterns.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</a:pP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Choosing a tier depends on the project's budget, expected traffic,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security requirements.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{0F8A5136-9338-3C48-8583-F4A0A75F2E81}tf10001062</Template>
  <TotalTime>363</TotalTime>
  <Words>462</Words>
  <Application>Microsoft Macintosh PowerPoint</Application>
  <PresentationFormat>On-screen Show (4:3)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Google Sans Text</vt:lpstr>
      <vt:lpstr>Wingdings</vt:lpstr>
      <vt:lpstr>Wingdings 3</vt:lpstr>
      <vt:lpstr>Ion</vt:lpstr>
      <vt:lpstr>Evolution of Software Architecture: From 1-Tier to N-Tier </vt:lpstr>
      <vt:lpstr>What are "Tiers" in Software Architecture?</vt:lpstr>
      <vt:lpstr>1-Tier Architecture (Standalone)</vt:lpstr>
      <vt:lpstr>2-Tier Architecture (Client-Server) </vt:lpstr>
      <vt:lpstr>3-Tier Architecture (The Industry Standard)</vt:lpstr>
      <vt:lpstr>N-Tier Architecture</vt:lpstr>
      <vt:lpstr>Comparison Table</vt:lpstr>
      <vt:lpstr>Security and Scalability Benefits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shakibrybmn@gmail.com</cp:lastModifiedBy>
  <cp:revision>3</cp:revision>
  <dcterms:created xsi:type="dcterms:W3CDTF">2013-01-27T09:14:16Z</dcterms:created>
  <dcterms:modified xsi:type="dcterms:W3CDTF">2026-02-09T13:24:28Z</dcterms:modified>
  <cp:category/>
</cp:coreProperties>
</file>